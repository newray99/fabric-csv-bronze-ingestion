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75" r:id="rId6"/>
  </p:sldMasterIdLst>
  <p:sldIdLst>
    <p:sldId id="261" r:id="rId7"/>
    <p:sldId id="256" r:id="rId8"/>
    <p:sldId id="260" r:id="rId9"/>
    <p:sldId id="262" r:id="rId10"/>
    <p:sldId id="259" r:id="rId11"/>
    <p:sldId id="258" r:id="rId12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38BC4-E1F0-42C1-BE57-1C05846B55F7}" v="2" dt="2026-07-21T14:59:19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70" d="100"/>
          <a:sy n="70" d="100"/>
        </p:scale>
        <p:origin x="45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tar Miah" userId="3d7cbbb7-ee3e-485c-a647-183b9406632b" providerId="ADAL" clId="{870C36C8-7FB3-4A31-AA9E-CDC33E03BD17}"/>
    <pc:docChg chg="modSld">
      <pc:chgData name="Akhtar Miah" userId="3d7cbbb7-ee3e-485c-a647-183b9406632b" providerId="ADAL" clId="{870C36C8-7FB3-4A31-AA9E-CDC33E03BD17}" dt="2026-07-21T14:59:19.914" v="1"/>
      <pc:docMkLst>
        <pc:docMk/>
      </pc:docMkLst>
      <pc:sldChg chg="setBg">
        <pc:chgData name="Akhtar Miah" userId="3d7cbbb7-ee3e-485c-a647-183b9406632b" providerId="ADAL" clId="{870C36C8-7FB3-4A31-AA9E-CDC33E03BD17}" dt="2026-07-21T14:59:19.914" v="1"/>
        <pc:sldMkLst>
          <pc:docMk/>
          <pc:sldMk cId="415565323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268760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7BD68-D84C-4024-A77B-867EC75A6296}" type="datetimeFigureOut">
              <a:rPr lang="en-GB"/>
              <a:pPr>
                <a:defRPr/>
              </a:pPr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0708E-D1A2-4F10-8FA8-B85BE47970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59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0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7992888" cy="49545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15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08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7992888" cy="49545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69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7992888" cy="4954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89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7992888" cy="49545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5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01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34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2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7992888" cy="49545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99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67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A29CFE-C088-4A5B-B45D-6D6A6E2B093E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8D7F105-CA2C-4A8F-A982-A3654FF096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714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892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392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716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011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063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043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273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615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015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938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4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2.t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tif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B2AC08-B14C-45B4-BD2E-F44BD2B7C62D}" type="datetimeFigureOut">
              <a:rPr lang="en-GB"/>
              <a:pPr>
                <a:defRPr/>
              </a:pPr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67B407-5E6C-47AA-B03F-1717B769F6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71167" cy="3163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949280"/>
            <a:ext cx="3312368" cy="65552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323528" y="5733256"/>
            <a:ext cx="84969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E6233F-7F04-509F-C0C2-C9B574B9ED9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12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58443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949280"/>
            <a:ext cx="3312368" cy="655527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23528" y="5733256"/>
            <a:ext cx="74888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255516" y="5031466"/>
            <a:ext cx="1888484" cy="182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6F6D16-95AE-16F9-A041-59AF7D07337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12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0811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E3EA5-0098-4387-91C8-19DCB2D44152}" type="datetimeFigureOut">
              <a:rPr lang="en-GB" smtClean="0"/>
              <a:t>21/07/2026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85520-E22D-438E-A2AA-12CB05CF9CE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949280"/>
            <a:ext cx="3312368" cy="655527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23528" y="5733256"/>
            <a:ext cx="83529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26487" y="53654"/>
            <a:ext cx="3271167" cy="3163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F8EF32-E0EE-608A-1F98-869877C3F37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12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09956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Name.surname@birminghamchildrenstrust.co.uk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70" y="1052736"/>
            <a:ext cx="2772479" cy="210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798" y="2348880"/>
            <a:ext cx="2707575" cy="20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118" y="1052736"/>
            <a:ext cx="2731278" cy="20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13095" y="4581128"/>
            <a:ext cx="3436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THIS IS A GUIDANCE SLIDE </a:t>
            </a:r>
          </a:p>
          <a:p>
            <a:r>
              <a:rPr lang="en-GB" b="1" dirty="0"/>
              <a:t>PLEASE DELETE  IN FULL FROM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2536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>
            <a:spLocks noChangeArrowheads="1"/>
          </p:cNvSpPr>
          <p:nvPr/>
        </p:nvSpPr>
        <p:spPr bwMode="auto">
          <a:xfrm>
            <a:off x="2771775" y="2205038"/>
            <a:ext cx="5761038" cy="3232150"/>
          </a:xfrm>
          <a:prstGeom prst="rect">
            <a:avLst/>
          </a:prstGeom>
          <a:noFill/>
          <a:ln w="9525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3600" b="1" dirty="0">
                <a:latin typeface="Arial" charset="0"/>
              </a:rPr>
              <a:t>TITLE OF PRESENTATION </a:t>
            </a:r>
            <a:br>
              <a:rPr lang="en-GB" altLang="en-US" sz="3600" b="1" dirty="0">
                <a:latin typeface="Arial" charset="0"/>
              </a:rPr>
            </a:br>
            <a:r>
              <a:rPr lang="en-GB" altLang="en-US" sz="1200" dirty="0">
                <a:latin typeface="Arial" charset="0"/>
              </a:rPr>
              <a:t>(Arial 36 Bold) </a:t>
            </a:r>
          </a:p>
          <a:p>
            <a:endParaRPr lang="en-GB" altLang="en-US" dirty="0">
              <a:latin typeface="Arial" charset="0"/>
            </a:endParaRPr>
          </a:p>
          <a:p>
            <a:endParaRPr lang="en-GB" altLang="en-US" dirty="0">
              <a:latin typeface="Arial" charset="0"/>
            </a:endParaRPr>
          </a:p>
          <a:p>
            <a:endParaRPr lang="en-GB" altLang="en-US" b="1" dirty="0">
              <a:latin typeface="Arial" charset="0"/>
            </a:endParaRPr>
          </a:p>
          <a:p>
            <a:r>
              <a:rPr lang="en-GB" altLang="en-US" b="1" dirty="0">
                <a:latin typeface="Arial" charset="0"/>
              </a:rPr>
              <a:t>Presenter(s) </a:t>
            </a:r>
          </a:p>
          <a:p>
            <a:r>
              <a:rPr lang="en-GB" altLang="en-US" b="1" dirty="0">
                <a:latin typeface="Arial" charset="0"/>
              </a:rPr>
              <a:t>Date </a:t>
            </a:r>
          </a:p>
          <a:p>
            <a:r>
              <a:rPr lang="en-GB" altLang="en-US" b="1" dirty="0">
                <a:latin typeface="Arial" charset="0"/>
              </a:rPr>
              <a:t>Location</a:t>
            </a:r>
          </a:p>
          <a:p>
            <a:r>
              <a:rPr lang="en-GB" altLang="en-US" sz="1200" dirty="0">
                <a:latin typeface="Arial" charset="0"/>
              </a:rPr>
              <a:t>(Arial 18 bold)  Please make sure you keep the text in this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180" y="980728"/>
            <a:ext cx="4862946" cy="273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30433" y="1484784"/>
            <a:ext cx="352839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GB" sz="1400" b="1" dirty="0"/>
              <a:t> is a body slide. </a:t>
            </a:r>
          </a:p>
          <a:p>
            <a:endParaRPr lang="en-GB" sz="1400" dirty="0"/>
          </a:p>
          <a:p>
            <a:r>
              <a:rPr lang="en-GB" sz="1400" dirty="0"/>
              <a:t>When you are creating a presentation please make sure all your body slides have the mandala in the bottom right. </a:t>
            </a:r>
          </a:p>
          <a:p>
            <a:endParaRPr lang="en-GB" sz="1400" dirty="0"/>
          </a:p>
          <a:p>
            <a:r>
              <a:rPr lang="en-GB" sz="1400" dirty="0"/>
              <a:t>To format the slide design of all your body slides to have this design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highlight all your body slides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Right click on your mouse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Scroll down to Layout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Select this layout 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All the highlighted slides will now have this body layout.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Remember do not highlight the last slide.</a:t>
            </a:r>
            <a:br>
              <a:rPr lang="en-GB" sz="1400" dirty="0"/>
            </a:br>
            <a:r>
              <a:rPr lang="en-GB" sz="1400" dirty="0"/>
              <a:t>This will have your contact details. </a:t>
            </a:r>
          </a:p>
          <a:p>
            <a:pPr marL="285750" indent="-285750">
              <a:buFontTx/>
              <a:buChar char="-"/>
            </a:pPr>
            <a:endParaRPr lang="en-GB" sz="14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267744" y="2080334"/>
            <a:ext cx="2304256" cy="9166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2224576" y="2263908"/>
            <a:ext cx="3415208" cy="949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427984" y="4459171"/>
            <a:ext cx="3436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THIS IS A GUIDANCE SLIDE </a:t>
            </a:r>
          </a:p>
          <a:p>
            <a:r>
              <a:rPr lang="en-GB" b="1" dirty="0"/>
              <a:t>PLEASE DELETE  IN FULL FROM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5565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28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23751"/>
            <a:ext cx="7632848" cy="5232202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Heading</a:t>
            </a: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(Arial 28 bold)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Body text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(Arial 16 minimum)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Bullets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(Keep bullets rounded as above)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Text must be kept in this boxed area, and must not run over the mandala in the bottom right or the black line below. Bear in mind PPT is a visual aid and not a script. </a:t>
            </a:r>
          </a:p>
        </p:txBody>
      </p:sp>
    </p:spTree>
    <p:extLst>
      <p:ext uri="{BB962C8B-B14F-4D97-AF65-F5344CB8AC3E}">
        <p14:creationId xmlns:p14="http://schemas.microsoft.com/office/powerpoint/2010/main" val="119349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837365" y="1628800"/>
            <a:ext cx="6110899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GB" altLang="en-US" sz="2000" b="1" dirty="0">
                <a:latin typeface="Arial" charset="0"/>
              </a:rPr>
              <a:t>Name Surname</a:t>
            </a:r>
          </a:p>
          <a:p>
            <a:r>
              <a:rPr lang="en-GB" altLang="en-US" sz="2000" dirty="0">
                <a:latin typeface="Arial" charset="0"/>
              </a:rPr>
              <a:t>Team /Service </a:t>
            </a:r>
          </a:p>
          <a:p>
            <a:r>
              <a:rPr lang="en-GB" altLang="en-US" sz="2000" dirty="0">
                <a:latin typeface="Arial" charset="0"/>
              </a:rPr>
              <a:t>0121 xxx </a:t>
            </a:r>
            <a:r>
              <a:rPr lang="en-GB" altLang="en-US" sz="2000" dirty="0" err="1">
                <a:latin typeface="Arial" charset="0"/>
              </a:rPr>
              <a:t>xxxx</a:t>
            </a:r>
            <a:endParaRPr lang="en-GB" altLang="en-US" sz="2000" dirty="0">
              <a:latin typeface="Arial" charset="0"/>
            </a:endParaRPr>
          </a:p>
          <a:p>
            <a:r>
              <a:rPr lang="en-GB" altLang="en-US" sz="2000" dirty="0">
                <a:latin typeface="Arial" charset="0"/>
                <a:hlinkClick r:id="rId2"/>
              </a:rPr>
              <a:t>Name.surname@birminghamchildrenstrust.co.uk</a:t>
            </a:r>
            <a:endParaRPr lang="en-GB" altLang="en-US" sz="2000" dirty="0">
              <a:latin typeface="Arial" charset="0"/>
            </a:endParaRPr>
          </a:p>
          <a:p>
            <a:endParaRPr lang="en-GB" altLang="en-US" sz="2000" dirty="0">
              <a:latin typeface="Arial" charset="0"/>
            </a:endParaRPr>
          </a:p>
          <a:p>
            <a:endParaRPr lang="en-GB" altLang="en-US" sz="2000" dirty="0">
              <a:latin typeface="Arial" charset="0"/>
            </a:endParaRPr>
          </a:p>
          <a:p>
            <a:r>
              <a:rPr lang="en-GB" altLang="en-US" sz="2000" dirty="0">
                <a:latin typeface="Arial" charset="0"/>
              </a:rPr>
              <a:t>@Twitter account</a:t>
            </a:r>
          </a:p>
          <a:p>
            <a:endParaRPr lang="en-GB" altLang="en-US" sz="2000" dirty="0">
              <a:latin typeface="Arial" charset="0"/>
            </a:endParaRPr>
          </a:p>
          <a:p>
            <a:r>
              <a:rPr lang="en-GB" altLang="en-US" sz="2000" dirty="0">
                <a:latin typeface="Arial" charset="0"/>
              </a:rPr>
              <a:t>/ Facebook page </a:t>
            </a:r>
          </a:p>
          <a:p>
            <a:r>
              <a:rPr lang="en-GB" altLang="en-US" sz="2000" dirty="0">
                <a:solidFill>
                  <a:srgbClr val="FF0000"/>
                </a:solidFill>
                <a:latin typeface="Arial" charset="0"/>
              </a:rPr>
              <a:t>(NOTE – All social media info above is OPTIONAL – it can be deleted if not needed – including the icons)</a:t>
            </a:r>
          </a:p>
          <a:p>
            <a:r>
              <a:rPr lang="en-GB" altLang="en-US" sz="2000" b="1" dirty="0">
                <a:latin typeface="Arial" charset="0"/>
              </a:rPr>
              <a:t>birminghamchildrenstrust.co.uk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42" y="3499424"/>
            <a:ext cx="441771" cy="36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40" y="4095905"/>
            <a:ext cx="441773" cy="341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25871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01E4C3248D5548A0B0F55C8CA55335" ma:contentTypeVersion="11" ma:contentTypeDescription="Create a new document." ma:contentTypeScope="" ma:versionID="a4c898c8b93e8e199845dc433cca520e">
  <xsd:schema xmlns:xsd="http://www.w3.org/2001/XMLSchema" xmlns:xs="http://www.w3.org/2001/XMLSchema" xmlns:p="http://schemas.microsoft.com/office/2006/metadata/properties" xmlns:ns2="2a15463e-8fa6-475d-acae-8766fbc4df79" xmlns:ns3="7add32c1-33fe-4416-90b0-924d65f7ef1e" targetNamespace="http://schemas.microsoft.com/office/2006/metadata/properties" ma:root="true" ma:fieldsID="d00cec557a3e7a814ca231cad6f0e299" ns2:_="" ns3:_="">
    <xsd:import namespace="2a15463e-8fa6-475d-acae-8766fbc4df79"/>
    <xsd:import namespace="7add32c1-33fe-4416-90b0-924d65f7ef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5463e-8fa6-475d-acae-8766fbc4df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7eb6393-bae5-439c-9df7-ed1047f922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dd32c1-33fe-4416-90b0-924d65f7ef1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668f04c-167a-454e-95f0-700f88664cee}" ma:internalName="TaxCatchAll" ma:showField="CatchAllData" ma:web="7add32c1-33fe-4416-90b0-924d65f7ef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15463e-8fa6-475d-acae-8766fbc4df79">
      <Terms xmlns="http://schemas.microsoft.com/office/infopath/2007/PartnerControls"/>
    </lcf76f155ced4ddcb4097134ff3c332f>
    <TaxCatchAll xmlns="7add32c1-33fe-4416-90b0-924d65f7ef1e" xsi:nil="true"/>
  </documentManagement>
</p:properties>
</file>

<file path=customXml/itemProps1.xml><?xml version="1.0" encoding="utf-8"?>
<ds:datastoreItem xmlns:ds="http://schemas.openxmlformats.org/officeDocument/2006/customXml" ds:itemID="{4A7789F0-ECB5-4541-95CE-1A6EE76249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C1C9B9-3020-450D-9FC1-682D9F941F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5463e-8fa6-475d-acae-8766fbc4df79"/>
    <ds:schemaRef ds:uri="7add32c1-33fe-4416-90b0-924d65f7ef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BC04E8-264D-47D7-AD90-FE0EF3D8E454}">
  <ds:schemaRefs>
    <ds:schemaRef ds:uri="http://schemas.microsoft.com/office/2006/metadata/properties"/>
    <ds:schemaRef ds:uri="http://schemas.microsoft.com/office/infopath/2007/PartnerControls"/>
    <ds:schemaRef ds:uri="2a15463e-8fa6-475d-acae-8766fbc4df79"/>
    <ds:schemaRef ds:uri="7add32c1-33fe-4416-90b0-924d65f7ef1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250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1_Office Theme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Service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Service Birmingham</dc:creator>
  <cp:lastModifiedBy>Akhtar Miah</cp:lastModifiedBy>
  <cp:revision>29</cp:revision>
  <cp:lastPrinted>2018-01-29T15:09:35Z</cp:lastPrinted>
  <dcterms:created xsi:type="dcterms:W3CDTF">2018-01-29T13:00:28Z</dcterms:created>
  <dcterms:modified xsi:type="dcterms:W3CDTF">2026-07-21T14:59:26Z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0x0101001F01E4C3248D5548A0B0F55C8CA55335</vt:lpwstr>
  </property>
  <property fmtid="{D5CDD505-2E9C-101B-9397-08002B2CF9AE}" pid="3" name="MSIP_Label_a17471b1-27ab-4640-9264-e69a67407ca3_Enabled">
    <vt:lpwstr>true</vt:lpwstr>
  </property>
  <property fmtid="{D5CDD505-2E9C-101B-9397-08002B2CF9AE}" pid="4" name="MSIP_Label_a17471b1-27ab-4640-9264-e69a67407ca3_SetDate">
    <vt:lpwstr>2026-04-20T15:30:03Z</vt:lpwstr>
  </property>
  <property fmtid="{D5CDD505-2E9C-101B-9397-08002B2CF9AE}" pid="5" name="MSIP_Label_a17471b1-27ab-4640-9264-e69a67407ca3_Method">
    <vt:lpwstr>Standard</vt:lpwstr>
  </property>
  <property fmtid="{D5CDD505-2E9C-101B-9397-08002B2CF9AE}" pid="6" name="MSIP_Label_a17471b1-27ab-4640-9264-e69a67407ca3_Name">
    <vt:lpwstr>BCC - OFFICIAL</vt:lpwstr>
  </property>
  <property fmtid="{D5CDD505-2E9C-101B-9397-08002B2CF9AE}" pid="7" name="MSIP_Label_a17471b1-27ab-4640-9264-e69a67407ca3_SiteId">
    <vt:lpwstr>699ace67-d2e4-4bcd-b303-d2bbe2b9bbf1</vt:lpwstr>
  </property>
  <property fmtid="{D5CDD505-2E9C-101B-9397-08002B2CF9AE}" pid="8" name="MSIP_Label_a17471b1-27ab-4640-9264-e69a67407ca3_ActionId">
    <vt:lpwstr>efdee9ed-209a-41b2-b011-b59520c97456</vt:lpwstr>
  </property>
  <property fmtid="{D5CDD505-2E9C-101B-9397-08002B2CF9AE}" pid="9" name="MSIP_Label_a17471b1-27ab-4640-9264-e69a67407ca3_ContentBits">
    <vt:lpwstr>2</vt:lpwstr>
  </property>
  <property fmtid="{D5CDD505-2E9C-101B-9397-08002B2CF9AE}" pid="10" name="MSIP_Label_a17471b1-27ab-4640-9264-e69a67407ca3_Tag">
    <vt:lpwstr>10, 3, 0, 2</vt:lpwstr>
  </property>
  <property fmtid="{D5CDD505-2E9C-101B-9397-08002B2CF9AE}" pid="11" name="ClassificationContentMarkingFooterLocations">
    <vt:lpwstr>1_Office Theme:3\Custom Design:3\1_Custom Design:11</vt:lpwstr>
  </property>
  <property fmtid="{D5CDD505-2E9C-101B-9397-08002B2CF9AE}" pid="12" name="ClassificationContentMarkingFooterText">
    <vt:lpwstr>OFFICIAL</vt:lpwstr>
  </property>
  <property fmtid="{D5CDD505-2E9C-101B-9397-08002B2CF9AE}" pid="13" name="MediaServiceImageTags">
    <vt:lpwstr/>
  </property>
</Properties>
</file>